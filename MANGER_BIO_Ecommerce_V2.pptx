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474720"/>
            <a:ext cx="2011680" cy="2011680"/>
          </a:xfrm>
          <a:prstGeom prst="ellipse">
            <a:avLst/>
          </a:prstGeom>
          <a:solidFill>
            <a:srgbClr val="95D5B2">
              <a:alpha val="25000"/>
            </a:srgbClr>
          </a:solidFill>
          <a:ln w="12700">
            <a:solidFill>
              <a:srgbClr val="95D5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377440"/>
            <a:ext cx="64008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411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912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89120" y="1508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4389120" y="2560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4389120" y="3520440"/>
            <a:ext cx="13716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8912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vente alimentaire biologique en ligne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D'IDENTIFICATION DU PROJET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85953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18872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691640"/>
            <a:ext cx="585216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INTITULÉ DU PROJET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site web e-commerce : MANGER BIO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10312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D'OUVRAGE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103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Mbompieze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14600"/>
            <a:ext cx="274320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514600"/>
            <a:ext cx="585216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D'ŒUVRE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2514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92608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RÉDACTEUR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2926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en méthodologie de gestion de projet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274320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337560"/>
            <a:ext cx="585216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RÉDACTION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337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Mardi, 12 Avril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74904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49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08960" y="3749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274320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4160520"/>
            <a:ext cx="5852160" cy="411480"/>
          </a:xfrm>
          <a:prstGeom prst="rect">
            <a:avLst/>
          </a:prstGeom>
          <a:solidFill>
            <a:srgbClr val="F0FB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60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08960" y="4160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de validation 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17520" y="1188720"/>
            <a:ext cx="0" cy="365760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 | V2.0 | Projet E-Commerce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0"/>
            <a:ext cx="2286000" cy="2286000"/>
          </a:xfrm>
          <a:prstGeom prst="ellipse">
            <a:avLst/>
          </a:prstGeom>
          <a:solidFill>
            <a:srgbClr val="52B788">
              <a:alpha val="35000"/>
            </a:srgbClr>
          </a:solidFill>
          <a:ln w="12700">
            <a:solidFill>
              <a:srgbClr val="52B788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6400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1920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PROJET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3200400"/>
            <a:ext cx="12801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49040" y="457200"/>
            <a:ext cx="5120640" cy="4114800"/>
          </a:xfrm>
          <a:prstGeom prst="rect">
            <a:avLst/>
          </a:prstGeom>
          <a:solidFill>
            <a:srgbClr val="F0FBF4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0" y="731520"/>
            <a:ext cx="594360" cy="5943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731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749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PRINCIPAL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31920" y="1463040"/>
            <a:ext cx="4709160" cy="457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1600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d'un site web e-commerce de vente de produits alimentaires biologiques pour l'entreprise MANGER-BIO.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8803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interface moderne et intuitive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3832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produits bio de l'enseigne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8862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43400" y="38404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la gestion logistique en ligne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 | V2.0 | Projet E-Commerce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RÉALISATION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0759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33272" y="129844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298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33272" y="1581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Chef de Projet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33272" y="1810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du responsable de l'équipe projet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0759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53312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68112" y="129844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68112" y="12984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468112" y="1581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68112" y="1810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selon les compétences de chaque membre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28600" y="2194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231343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59152"/>
            <a:ext cx="548640" cy="5486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33272" y="230428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33272" y="23042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033272" y="2587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Chefs d'Équipes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33272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des responsables par équipe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663440" y="2194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231343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59152"/>
            <a:ext cx="548640" cy="54864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468112" y="230428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68112" y="23042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468112" y="2587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68112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validation du cahier de charge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228600" y="32004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20040" y="331927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64992"/>
            <a:ext cx="548640" cy="54864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033272" y="331012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33272" y="33101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1033272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Vente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33272" y="3822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plateforme e-commerce en ligne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4663440" y="32004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4754880" y="331927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64992"/>
            <a:ext cx="548640" cy="54864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5468112" y="331012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468112" y="33101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5468112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&amp; Prototype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468112" y="3822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maquette et du prototype du site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228600" y="42062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320040" y="432511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370832"/>
            <a:ext cx="548640" cy="54864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1033272" y="4315968"/>
            <a:ext cx="34747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103327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1033272" y="4599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&amp; Validation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1033272" y="48280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finale du livrable par le chef de projet</a:t>
            </a:r>
            <a:endParaRPr lang="en-US" sz="850" dirty="0"/>
          </a:p>
        </p:txBody>
      </p:sp>
      <p:sp>
        <p:nvSpPr>
          <p:cNvPr id="56" name="Text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 | V2.0 | Projet E-Commerce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9326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DU PROJET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projet a été mené étape par étape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5780" y="1828800"/>
            <a:ext cx="0" cy="548640"/>
          </a:xfrm>
          <a:prstGeom prst="line">
            <a:avLst/>
          </a:prstGeom>
          <a:noFill/>
          <a:ln w="19050">
            <a:solidFill>
              <a:srgbClr val="95D5B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60120" y="1188720"/>
            <a:ext cx="7863840" cy="868680"/>
          </a:xfrm>
          <a:prstGeom prst="rect">
            <a:avLst/>
          </a:prstGeom>
          <a:solidFill>
            <a:srgbClr val="F0FBF4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188720"/>
            <a:ext cx="54864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234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Organisation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002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débuté par désigner le chef de projet, puis identifié et réparti les tâches selon les compétences de chaque membre du groupe.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5780" y="2788920"/>
            <a:ext cx="0" cy="548640"/>
          </a:xfrm>
          <a:prstGeom prst="line">
            <a:avLst/>
          </a:prstGeom>
          <a:noFill/>
          <a:ln w="19050">
            <a:solidFill>
              <a:srgbClr val="95D5B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60120" y="2148840"/>
            <a:ext cx="7863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2148840"/>
            <a:ext cx="54864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1945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Cahier des Charges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56032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rédaction du cahier des charges a été réalisée en équipe, puis soumise à la validation du chef de projet avant toute phase de développement.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5780" y="3749040"/>
            <a:ext cx="0" cy="548640"/>
          </a:xfrm>
          <a:prstGeom prst="line">
            <a:avLst/>
          </a:prstGeom>
          <a:noFill/>
          <a:ln w="19050">
            <a:solidFill>
              <a:srgbClr val="95D5B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60120" y="3108960"/>
            <a:ext cx="7863840" cy="868680"/>
          </a:xfrm>
          <a:prstGeom prst="rect">
            <a:avLst/>
          </a:prstGeom>
          <a:solidFill>
            <a:srgbClr val="F0FBF4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3108960"/>
            <a:ext cx="54864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154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&amp; Prototype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52044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maquette du site a été produite, servant de base à la conception du prototype interactif de la plateforme MANGER-BIO.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4069080"/>
            <a:ext cx="7863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4069080"/>
            <a:ext cx="54864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1148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Livrable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48056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livrable final a été validé par le chef de projet, puis présenté au client pour approbation et mise en production.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 | V2.0 | Projet E-Commerce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8412480" cy="27432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2588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Parvenu au terme de notre projet, la réalisation de la plateforme e-commerce a permis de répondre à un double défi : offrir une interface moderne et intuitive aux consommateurs de produits bio, tout en optimisant la gestion logistique de l'entreprise.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une structure robuste et une navigation fluide, ce site ne se contente pas de vendre des produits ; il valorise l'engagement de l'enseigne pour une alimentation saine. Ce projet nous a permis de consolider nos compétences en développement web et en conception d'expérience utilisateur, tout en répondant aux exigences concrètes du marché numérique actuel.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256032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4114800"/>
            <a:ext cx="256032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4206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22192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Optimisée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4114800"/>
            <a:ext cx="256032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2062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Bio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 | V2.0 | Juin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B4332">
              <a:alpha val="60000"/>
            </a:srgbClr>
          </a:solidFill>
          <a:ln w="12700">
            <a:solidFill>
              <a:srgbClr val="1B433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029200" cy="50292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457200"/>
            <a:ext cx="1828800" cy="1828800"/>
          </a:xfrm>
          <a:prstGeom prst="ellipse">
            <a:avLst/>
          </a:prstGeom>
          <a:solidFill>
            <a:srgbClr val="95D5B2">
              <a:alpha val="30000"/>
            </a:srgbClr>
          </a:solidFill>
          <a:ln w="12700">
            <a:solidFill>
              <a:srgbClr val="95D5B2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73152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MANGER BIO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de Produits Alimentaires Biologiques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| Juin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MANGER BIO - Création Site Web E-Commerce V2</dc:title>
  <dc:subject>PptxGenJS Presentation</dc:subject>
  <dc:creator>PptxGenJS</dc:creator>
  <cp:lastModifiedBy>PptxGenJS</cp:lastModifiedBy>
  <cp:revision>1</cp:revision>
  <dcterms:created xsi:type="dcterms:W3CDTF">2026-06-02T21:45:42Z</dcterms:created>
  <dcterms:modified xsi:type="dcterms:W3CDTF">2026-06-02T21:45:42Z</dcterms:modified>
</cp:coreProperties>
</file>